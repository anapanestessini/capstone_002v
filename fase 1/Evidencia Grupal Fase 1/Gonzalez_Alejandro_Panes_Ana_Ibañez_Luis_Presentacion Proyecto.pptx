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596" y="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E4EA2D6-8775-2A31-384E-E862EE69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4024" y="8850622"/>
            <a:ext cx="1481976" cy="240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73CC43B-E12A-6833-A714-4EB3A2BFE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486" y="8801094"/>
            <a:ext cx="1783114" cy="2971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74EA96D-5F9D-D9C0-BB50-68095F6CA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800" y="8673726"/>
            <a:ext cx="2870200" cy="4550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041F677-BEC5-3119-6767-A84B7FCC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0600" y="8732520"/>
            <a:ext cx="2382038" cy="3733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D67E2A-C308-27FF-7734-11EF962D6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3117" y="8145759"/>
            <a:ext cx="182883" cy="9601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B5125A-3A18-B4F5-55FF-418F0934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7532" y="8850627"/>
            <a:ext cx="3938468" cy="255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7AA192-E71C-C51F-0F18-E13B25E0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7532" y="8850627"/>
            <a:ext cx="3938468" cy="255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27E0170-9AE8-A6B6-6E79-00F7DB0C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7532" y="8850627"/>
            <a:ext cx="3938468" cy="255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3BBF21B-40E0-EA05-CD3C-53F79257D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759912" y="8839200"/>
            <a:ext cx="1485928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A9CFD01-4752-019C-4F3E-FD339997C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0" y="8795520"/>
            <a:ext cx="2032000" cy="2001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5A969D2-2106-4C23-7F61-0ADF455F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4271" y="8785853"/>
            <a:ext cx="2011729" cy="304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5C27679-04AF-C93E-81E8-EDC332964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837" y="8892536"/>
            <a:ext cx="2658163" cy="198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gonzalez vergara</cp:lastModifiedBy>
  <cp:revision>2</cp:revision>
  <dcterms:created xsi:type="dcterms:W3CDTF">2006-08-16T00:00:00Z</dcterms:created>
  <dcterms:modified xsi:type="dcterms:W3CDTF">2026-09-11T18:27:06Z</dcterms:modified>
</cp:coreProperties>
</file>